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Projet KAN</a:t>
            </a:r>
          </a:p>
          <a:p>
            <a:r>
              <a:rPr sz="1600">
                <a:solidFill>
                  <a:srgbClr val="CBD5E1"/>
                </a:solidFill>
              </a:rPr>
              <a:t>Rapport généré le 2026-07-14  —  Projet KAN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5F"/>
                </a:solidFill>
              </a:rPr>
              <a:t>Indicateurs clés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651760" cy="14630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wrap="square"/>
          <a:lstStyle/>
          <a:p>
            <a:pPr algn="ctr"/>
            <a:r>
              <a:rPr sz="2600" b="1">
                <a:solidFill>
                  <a:srgbClr val="0F766E"/>
                </a:solidFill>
              </a:rPr>
              <a:t>5</a:t>
            </a:r>
          </a:p>
          <a:p>
            <a:r>
              <a:rPr sz="1100">
                <a:solidFill>
                  <a:srgbClr val="475569"/>
                </a:solidFill>
              </a:rPr>
              <a:t>Nombre total de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1371600"/>
            <a:ext cx="2651760" cy="14630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wrap="square"/>
          <a:lstStyle/>
          <a:p>
            <a:pPr algn="ctr"/>
            <a:r>
              <a:rPr sz="2600" b="1">
                <a:solidFill>
                  <a:srgbClr val="0F766E"/>
                </a:solidFill>
              </a:rPr>
              <a:t>0%</a:t>
            </a:r>
          </a:p>
          <a:p>
            <a:r>
              <a:rPr sz="1100">
                <a:solidFill>
                  <a:srgbClr val="475569"/>
                </a:solidFill>
              </a:rPr>
              <a:t>Avancement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371600"/>
            <a:ext cx="2651760" cy="14630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wrap="square"/>
          <a:lstStyle/>
          <a:p>
            <a:pPr algn="ctr"/>
            <a:r>
              <a:rPr sz="2600" b="1">
                <a:solidFill>
                  <a:srgbClr val="0F766E"/>
                </a:solidFill>
              </a:rPr>
              <a:t>0</a:t>
            </a:r>
          </a:p>
          <a:p>
            <a:r>
              <a:rPr sz="1100">
                <a:solidFill>
                  <a:srgbClr val="475569"/>
                </a:solidFill>
              </a:rPr>
              <a:t>Tickets terminés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63240"/>
            <a:ext cx="2651760" cy="14630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wrap="square"/>
          <a:lstStyle/>
          <a:p>
            <a:pPr algn="ctr"/>
            <a:r>
              <a:rPr sz="2600" b="1">
                <a:solidFill>
                  <a:srgbClr val="0F766E"/>
                </a:solidFill>
              </a:rPr>
              <a:t>1</a:t>
            </a:r>
          </a:p>
          <a:p>
            <a:r>
              <a:rPr sz="1100">
                <a:solidFill>
                  <a:srgbClr val="475569"/>
                </a:solidFill>
              </a:rPr>
              <a:t>Tickets en cours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3063240"/>
            <a:ext cx="2651760" cy="14630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wrap="square"/>
          <a:lstStyle/>
          <a:p>
            <a:pPr algn="ctr"/>
            <a:r>
              <a:rPr sz="2600" b="1">
                <a:solidFill>
                  <a:srgbClr val="0F766E"/>
                </a:solidFill>
              </a:rPr>
              <a:t>0</a:t>
            </a:r>
          </a:p>
          <a:p>
            <a:r>
              <a:rPr sz="1100">
                <a:solidFill>
                  <a:srgbClr val="475569"/>
                </a:solidFill>
              </a:rPr>
              <a:t>Tickets en retard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3063240"/>
            <a:ext cx="2651760" cy="14630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 wrap="square"/>
          <a:lstStyle/>
          <a:p>
            <a:pPr algn="ctr"/>
            <a:r>
              <a:rPr sz="2600" b="1">
                <a:solidFill>
                  <a:srgbClr val="0F766E"/>
                </a:solidFill>
              </a:rPr>
              <a:t>0</a:t>
            </a:r>
          </a:p>
          <a:p>
            <a:r>
              <a:rPr sz="1100">
                <a:solidFill>
                  <a:srgbClr val="475569"/>
                </a:solidFill>
              </a:rPr>
              <a:t>Tickets priorité critique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5F"/>
                </a:solidFill>
              </a:rPr>
              <a:t>Détail des tâches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84048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Ticket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Titre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Priorité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KAN-5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Rédiger la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75569"/>
                          </a:solidFill>
                        </a:rPr>
                        <a:t>À faire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Moyenne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KAN-4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Tester le filtrage de sécurité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75569"/>
                          </a:solidFill>
                        </a:rPr>
                        <a:t>À faire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Moyenne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KAN-3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Créer le template PowerPoint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75569"/>
                          </a:solidFill>
                        </a:rPr>
                        <a:t>À faire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Moyenne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KAN-2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Développer le connecteur Jira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75569"/>
                          </a:solidFill>
                        </a:rPr>
                        <a:t>À faire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Moyenne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KAN-1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Mettre en place l'authentification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766E"/>
                          </a:solidFill>
                        </a:rPr>
                        <a:t>En cours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Moyenne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